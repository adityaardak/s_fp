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59" r:id="rId5"/>
    <p:sldId id="269" r:id="rId6"/>
    <p:sldId id="260" r:id="rId7"/>
    <p:sldId id="271" r:id="rId8"/>
    <p:sldId id="272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38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96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0278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 khandelwal 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1879018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924234" y="427953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945013" y="4413410"/>
            <a:ext cx="2272871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Snehakhandelwal666@gmail.com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3523298" y="43184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514884" y="4294693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R. </a:t>
              </a: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 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109190" y="4290789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P</a:t>
            </a:r>
            <a:r>
              <a:rPr lang="en-IN" b="1" dirty="0">
                <a:solidFill>
                  <a:srgbClr val="1B3A8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ay Lens – visualising salary truth by AI &amp; BI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IN" sz="1800" dirty="0"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39" y="1082801"/>
            <a:ext cx="5607345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ea typeface="Open Sans" panose="020B0606030504020204" pitchFamily="34" charset="0"/>
                <a:cs typeface="Arial" panose="020B0604020202020204" pitchFamily="34" charset="0"/>
              </a:rPr>
              <a:t>Problem - Complexity of Payro</a:t>
            </a:r>
            <a:r>
              <a:rPr lang="en-US" dirty="0">
                <a:ea typeface="Open Sans" panose="020B0606030504020204" pitchFamily="34" charset="0"/>
                <a:cs typeface="Arial" panose="020B0604020202020204" pitchFamily="34" charset="0"/>
              </a:rPr>
              <a:t>ll system, lack of clarity, overtime compliance &amp; benchmarking</a:t>
            </a:r>
            <a:r>
              <a:rPr lang="en-US" sz="1800" dirty="0">
                <a:solidFill>
                  <a:schemeClr val="tx1"/>
                </a:solidFill>
                <a:effectLst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P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urpose - Building digital </a:t>
            </a:r>
            <a:r>
              <a:rPr lang="en-US" dirty="0">
                <a:ea typeface="+mn-lt"/>
                <a:cs typeface="Arial" panose="020B0604020202020204" pitchFamily="34" charset="0"/>
              </a:rPr>
              <a:t>system combining tools, bridging gaps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Tools – excel, power BI, copilot studio, AI assistant.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Expected – structured dataset with AI&amp; BI augmented framework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Solving problem for employees and employer</a:t>
            </a:r>
            <a:r>
              <a:rPr lang="en-US" sz="1800" dirty="0">
                <a:ea typeface="+mn-lt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675119" y="1174653"/>
            <a:ext cx="2132193" cy="2430166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258" y="974064"/>
            <a:ext cx="3470502" cy="3470502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39" y="1082800"/>
            <a:ext cx="5136077" cy="377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Information asymmetry.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Ensuring overtime compliance monitoring.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Equity benchmarking</a:t>
            </a:r>
            <a:r>
              <a:rPr lang="en-US" dirty="0"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Significant as poor payroll transparency cause fairness issue, legal risk, employee distrust, salary disputes.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Affected user – HR, Blue collar &amp; Gig Workers, Management.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477" y="1164804"/>
            <a:ext cx="3217283" cy="32172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5438532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Limitation of existing tools: 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Underutilized AI skills.</a:t>
            </a: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Benchmarking often outsourced.</a:t>
            </a: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Scope :</a:t>
            </a:r>
          </a:p>
          <a:p>
            <a:pPr marL="685800" lvl="1" indent="-2286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i="0" u="none" strike="noStrike" baseline="0" dirty="0">
                <a:solidFill>
                  <a:srgbClr val="000000"/>
                </a:solidFill>
              </a:rPr>
              <a:t>ayroll transparency, pay equity benchmarking, overtime compliance verification, and financial literacy for employees.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800"/>
              </a:spcAft>
              <a:buFont typeface="Wingdings" panose="05000000000000000000" pitchFamily="2" charset="2"/>
              <a:buChar char="ü"/>
              <a:tabLst>
                <a:tab pos="4229100" algn="ctr"/>
              </a:tabLst>
            </a:pPr>
            <a:r>
              <a:rPr lang="en-US" dirty="0">
                <a:ea typeface="+mn-lt"/>
                <a:cs typeface="Arial" panose="020B0604020202020204" pitchFamily="34" charset="0"/>
              </a:rPr>
              <a:t> </a:t>
            </a:r>
            <a:r>
              <a:rPr lang="en-US" i="0" u="none" strike="noStrike" baseline="0" dirty="0">
                <a:solidFill>
                  <a:srgbClr val="000000"/>
                </a:solidFill>
                <a:ea typeface="+mn-lt"/>
                <a:cs typeface="Arial" panose="020B0604020202020204" pitchFamily="34" charset="0"/>
              </a:rPr>
              <a:t>Limitation</a:t>
            </a:r>
          </a:p>
          <a:p>
            <a:pPr marL="685800" lvl="1" indent="-228600" algn="just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rgbClr val="000000"/>
                </a:solidFill>
                <a:ea typeface="+mn-lt"/>
                <a:cs typeface="Arial" panose="020B0604020202020204" pitchFamily="34" charset="0"/>
              </a:rPr>
              <a:t>Real – time integration &amp; advanced ML Models</a:t>
            </a:r>
            <a:endParaRPr lang="en-US" dirty="0">
              <a:ea typeface="+mn-lt"/>
              <a:cs typeface="Arial" panose="020B0604020202020204" pitchFamily="34" charset="0"/>
            </a:endParaRPr>
          </a:p>
          <a:p>
            <a:pPr lvl="1">
              <a:spcAft>
                <a:spcPts val="800"/>
              </a:spcAft>
              <a:tabLst>
                <a:tab pos="4229100" algn="ctr"/>
              </a:tabLst>
            </a:pPr>
            <a:endParaRPr lang="en-US" b="1" i="0" u="none" strike="noStrike" baseline="0" dirty="0">
              <a:solidFill>
                <a:srgbClr val="000000"/>
              </a:solidFill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854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 digital Payroll solution, PAY-LENS proposed to enhance compensation transparency, automate discrepancy detection, compliance monitoring, employee accessibility. 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759" y="1082780"/>
            <a:ext cx="4017755" cy="344379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5009222" cy="3882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- structuring solves complexity.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– analytical modelling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Copilot – assistant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Agent &amp; chatbot – employee facing tool for communication.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Employee and Employer friendly.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443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39458BD4-2667-B44D-FBA3-2913D15F69A7}"/>
              </a:ext>
            </a:extLst>
          </p:cNvPr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87A8D-374B-7068-C481-8AA92351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14" y="1041832"/>
            <a:ext cx="6499349" cy="35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7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6D1061-2E58-6FE5-0F60-7216BD1A8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9" y="3196062"/>
            <a:ext cx="2793583" cy="16527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667B80-7B50-E4A7-E56D-7C0132FA9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634" y="3123641"/>
            <a:ext cx="2924309" cy="1644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955D9E-940B-3E34-88C0-310BFA39A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019" y="3123641"/>
            <a:ext cx="2747410" cy="16527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799"/>
            <a:ext cx="8412480" cy="1002323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7223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6558358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n-IN" b="0" i="0" u="none" strike="noStrike" baseline="0" dirty="0">
                <a:solidFill>
                  <a:srgbClr val="0462C1"/>
                </a:solidFill>
                <a:latin typeface="Times New Roman" panose="02020603050405020304" pitchFamily="18" charset="0"/>
              </a:rPr>
              <a:t>https://drive.google.com/file/d/16qmxqP11MpPYHH1ihfjbx9XcL1QYBSVm/view?usp=sharing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Intelligent Payroll Data Infrastructure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Automated Legal Alerts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Quantitative Pay Equity Framework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Financial Transparency for workforce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Decision – Intelligent Dashboard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Arial" panose="020B0604020202020204" pitchFamily="34" charset="0"/>
              </a:rPr>
              <a:t>Bridging transparency – skill - Analytical Gap.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5116968" cy="3595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Extend solution to SMEs, startups, and educational institutions for payroll transparency.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Excel through Macros and VBA and power Query enabled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>
                <a:cs typeface="Times New Roman" panose="02020603050405020304" pitchFamily="18" charset="0"/>
              </a:rPr>
              <a:t>Real-Time Data Integration</a:t>
            </a:r>
            <a:endParaRPr lang="en-US" dirty="0">
              <a:solidFill>
                <a:srgbClr val="1A1A2E"/>
              </a:solidFill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Predictive Analytics </a:t>
            </a:r>
            <a:endParaRPr lang="en-US" dirty="0">
              <a:solidFill>
                <a:srgbClr val="1A1A2E"/>
              </a:solidFill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Mobile App Interface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Multilingual Support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cs typeface="Times New Roman" panose="02020603050405020304" pitchFamily="18" charset="0"/>
              </a:rPr>
              <a:t>Automated Benchmarking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431" y="1498209"/>
            <a:ext cx="3687569" cy="276567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</a:t>
            </a:r>
            <a:r>
              <a:rPr lang="en-US" sz="1100" dirty="0">
                <a:ea typeface="Calibri"/>
                <a:cs typeface="Arial" panose="020B0604020202020204" pitchFamily="34" charset="0"/>
              </a:rPr>
              <a:t>LinkedIn  |   </a:t>
            </a:r>
            <a:r>
              <a:rPr lang="en-US" sz="1100" dirty="0" err="1"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98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ea typeface="Lato" panose="020F0502020204030203" pitchFamily="34" charset="0"/>
                <a:cs typeface="Lato" panose="020F0502020204030203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411</Words>
  <Application>Microsoft Office PowerPoint</Application>
  <PresentationFormat>On-screen Show (16:9)</PresentationFormat>
  <Paragraphs>87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Lato</vt:lpstr>
      <vt:lpstr>Open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sneha khandelwal</cp:lastModifiedBy>
  <cp:revision>37</cp:revision>
  <dcterms:created xsi:type="dcterms:W3CDTF">2026-02-18T09:17:23Z</dcterms:created>
  <dcterms:modified xsi:type="dcterms:W3CDTF">2026-04-20T04:08:20Z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